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 descr="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183515"/>
            <a:ext cx="11699240" cy="5643880"/>
          </a:xfrm>
          <a:prstGeom prst="rect">
            <a:avLst/>
          </a:prstGeom>
        </p:spPr>
      </p:pic>
      <p:sp>
        <p:nvSpPr>
          <p:cNvPr id="6" name="Subtítulo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87020"/>
            <a:ext cx="6931660" cy="7753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Quarta-feira às 18:00 h</a:t>
            </a:r>
            <a:endParaRPr lang="pt-BR" alt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Presentation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amy-c</dc:creator>
  <cp:lastModifiedBy>Maria Queiroz</cp:lastModifiedBy>
  <cp:revision>2</cp:revision>
  <dcterms:created xsi:type="dcterms:W3CDTF">2024-07-19T23:43:51Z</dcterms:created>
  <dcterms:modified xsi:type="dcterms:W3CDTF">2024-07-23T12:02:35Z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1046-12.2.0.17153</vt:lpwstr>
  </property>
  <property fmtid="{D5CDD505-2E9C-101B-9397-08002B2CF9AE}" pid="3" name="ICV">
    <vt:lpwstr>74E26B49DC7F445C96822909BE75A41B_11</vt:lpwstr>
  </property>
</Properties>
</file>